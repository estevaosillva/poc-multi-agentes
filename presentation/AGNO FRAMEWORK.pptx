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74" r:id="rId6"/>
    <p:sldId id="260" r:id="rId7"/>
    <p:sldId id="262" r:id="rId8"/>
    <p:sldId id="263" r:id="rId9"/>
    <p:sldId id="265" r:id="rId10"/>
    <p:sldId id="267" r:id="rId11"/>
    <p:sldId id="269" r:id="rId12"/>
    <p:sldId id="270" r:id="rId13"/>
    <p:sldId id="271" r:id="rId14"/>
    <p:sldId id="272" r:id="rId15"/>
    <p:sldId id="273" r:id="rId16"/>
    <p:sldId id="27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0293BC-44E4-4E54-B1C6-36D4797F0213}" v="18" dt="2025-12-15T11:04:36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tevao Silva" userId="c1fd8cfa-c7e8-400d-992b-a788553bb8b8" providerId="ADAL" clId="{FC7F3F3D-3A7D-4183-A934-13916A107770}"/>
    <pc:docChg chg="undo custSel addSld delSld modSld">
      <pc:chgData name="Estevao Silva" userId="c1fd8cfa-c7e8-400d-992b-a788553bb8b8" providerId="ADAL" clId="{FC7F3F3D-3A7D-4183-A934-13916A107770}" dt="2025-12-15T11:11:36.096" v="333" actId="1076"/>
      <pc:docMkLst>
        <pc:docMk/>
      </pc:docMkLst>
      <pc:sldChg chg="modSp mod">
        <pc:chgData name="Estevao Silva" userId="c1fd8cfa-c7e8-400d-992b-a788553bb8b8" providerId="ADAL" clId="{FC7F3F3D-3A7D-4183-A934-13916A107770}" dt="2025-12-15T09:46:43.331" v="143" actId="5793"/>
        <pc:sldMkLst>
          <pc:docMk/>
          <pc:sldMk cId="3865259000" sldId="257"/>
        </pc:sldMkLst>
        <pc:spChg chg="mod">
          <ac:chgData name="Estevao Silva" userId="c1fd8cfa-c7e8-400d-992b-a788553bb8b8" providerId="ADAL" clId="{FC7F3F3D-3A7D-4183-A934-13916A107770}" dt="2025-12-15T09:46:43.331" v="143" actId="5793"/>
          <ac:spMkLst>
            <pc:docMk/>
            <pc:sldMk cId="3865259000" sldId="257"/>
            <ac:spMk id="3" creationId="{B5FDE0AC-104E-1BB2-0D2A-AC573A639187}"/>
          </ac:spMkLst>
        </pc:spChg>
      </pc:sldChg>
      <pc:sldChg chg="addSp delSp modSp mod">
        <pc:chgData name="Estevao Silva" userId="c1fd8cfa-c7e8-400d-992b-a788553bb8b8" providerId="ADAL" clId="{FC7F3F3D-3A7D-4183-A934-13916A107770}" dt="2025-12-15T09:45:57.338" v="141" actId="14100"/>
        <pc:sldMkLst>
          <pc:docMk/>
          <pc:sldMk cId="969607490" sldId="262"/>
        </pc:sldMkLst>
        <pc:spChg chg="del">
          <ac:chgData name="Estevao Silva" userId="c1fd8cfa-c7e8-400d-992b-a788553bb8b8" providerId="ADAL" clId="{FC7F3F3D-3A7D-4183-A934-13916A107770}" dt="2025-12-15T09:45:47.751" v="138" actId="478"/>
          <ac:spMkLst>
            <pc:docMk/>
            <pc:sldMk cId="969607490" sldId="262"/>
            <ac:spMk id="3" creationId="{E555D8AE-1DC0-0385-0340-12A8A93CE436}"/>
          </ac:spMkLst>
        </pc:spChg>
        <pc:spChg chg="add del mod">
          <ac:chgData name="Estevao Silva" userId="c1fd8cfa-c7e8-400d-992b-a788553bb8b8" providerId="ADAL" clId="{FC7F3F3D-3A7D-4183-A934-13916A107770}" dt="2025-12-15T09:45:48.243" v="139"/>
          <ac:spMkLst>
            <pc:docMk/>
            <pc:sldMk cId="969607490" sldId="262"/>
            <ac:spMk id="6" creationId="{12065915-D429-214B-527E-96FFB40A3143}"/>
          </ac:spMkLst>
        </pc:spChg>
        <pc:graphicFrameChg chg="add mod">
          <ac:chgData name="Estevao Silva" userId="c1fd8cfa-c7e8-400d-992b-a788553bb8b8" providerId="ADAL" clId="{FC7F3F3D-3A7D-4183-A934-13916A107770}" dt="2025-12-15T09:45:43.908" v="137"/>
          <ac:graphicFrameMkLst>
            <pc:docMk/>
            <pc:sldMk cId="969607490" sldId="262"/>
            <ac:graphicFrameMk id="4" creationId="{C247D097-7F5F-4203-797B-E576160E2AE3}"/>
          </ac:graphicFrameMkLst>
        </pc:graphicFrameChg>
        <pc:graphicFrameChg chg="add mod modGraphic">
          <ac:chgData name="Estevao Silva" userId="c1fd8cfa-c7e8-400d-992b-a788553bb8b8" providerId="ADAL" clId="{FC7F3F3D-3A7D-4183-A934-13916A107770}" dt="2025-12-15T09:45:57.338" v="141" actId="14100"/>
          <ac:graphicFrameMkLst>
            <pc:docMk/>
            <pc:sldMk cId="969607490" sldId="262"/>
            <ac:graphicFrameMk id="7" creationId="{8C016335-17BC-7400-1DBF-C4DC96BC768E}"/>
          </ac:graphicFrameMkLst>
        </pc:graphicFrameChg>
      </pc:sldChg>
      <pc:sldChg chg="addSp delSp modSp mod">
        <pc:chgData name="Estevao Silva" userId="c1fd8cfa-c7e8-400d-992b-a788553bb8b8" providerId="ADAL" clId="{FC7F3F3D-3A7D-4183-A934-13916A107770}" dt="2025-12-15T11:03:20.934" v="229" actId="1076"/>
        <pc:sldMkLst>
          <pc:docMk/>
          <pc:sldMk cId="3060601478" sldId="263"/>
        </pc:sldMkLst>
        <pc:spChg chg="del">
          <ac:chgData name="Estevao Silva" userId="c1fd8cfa-c7e8-400d-992b-a788553bb8b8" providerId="ADAL" clId="{FC7F3F3D-3A7D-4183-A934-13916A107770}" dt="2025-12-15T09:27:41.689" v="21" actId="478"/>
          <ac:spMkLst>
            <pc:docMk/>
            <pc:sldMk cId="3060601478" sldId="263"/>
            <ac:spMk id="3" creationId="{33342A3E-21E1-E055-89B4-2D9B8A3C6903}"/>
          </ac:spMkLst>
        </pc:spChg>
        <pc:spChg chg="add del mod">
          <ac:chgData name="Estevao Silva" userId="c1fd8cfa-c7e8-400d-992b-a788553bb8b8" providerId="ADAL" clId="{FC7F3F3D-3A7D-4183-A934-13916A107770}" dt="2025-12-15T09:27:44.178" v="22" actId="478"/>
          <ac:spMkLst>
            <pc:docMk/>
            <pc:sldMk cId="3060601478" sldId="263"/>
            <ac:spMk id="7" creationId="{687A2AAD-AF88-B5BE-0F7F-5D7035B3DD61}"/>
          </ac:spMkLst>
        </pc:spChg>
        <pc:picChg chg="add del mod modCrop">
          <ac:chgData name="Estevao Silva" userId="c1fd8cfa-c7e8-400d-992b-a788553bb8b8" providerId="ADAL" clId="{FC7F3F3D-3A7D-4183-A934-13916A107770}" dt="2025-12-15T11:03:13.165" v="221" actId="478"/>
          <ac:picMkLst>
            <pc:docMk/>
            <pc:sldMk cId="3060601478" sldId="263"/>
            <ac:picMk id="5" creationId="{C7854A65-1B3E-D8D0-4C74-21F062636E53}"/>
          </ac:picMkLst>
        </pc:picChg>
        <pc:picChg chg="add mod">
          <ac:chgData name="Estevao Silva" userId="c1fd8cfa-c7e8-400d-992b-a788553bb8b8" providerId="ADAL" clId="{FC7F3F3D-3A7D-4183-A934-13916A107770}" dt="2025-12-15T11:03:20.934" v="229" actId="1076"/>
          <ac:picMkLst>
            <pc:docMk/>
            <pc:sldMk cId="3060601478" sldId="263"/>
            <ac:picMk id="9" creationId="{88598582-D0C1-09D8-B91B-D6C6D2A4C3A8}"/>
          </ac:picMkLst>
        </pc:picChg>
      </pc:sldChg>
      <pc:sldChg chg="del">
        <pc:chgData name="Estevao Silva" userId="c1fd8cfa-c7e8-400d-992b-a788553bb8b8" providerId="ADAL" clId="{FC7F3F3D-3A7D-4183-A934-13916A107770}" dt="2025-12-15T09:25:06.221" v="0" actId="47"/>
        <pc:sldMkLst>
          <pc:docMk/>
          <pc:sldMk cId="507415395" sldId="264"/>
        </pc:sldMkLst>
      </pc:sldChg>
      <pc:sldChg chg="addSp delSp modSp mod">
        <pc:chgData name="Estevao Silva" userId="c1fd8cfa-c7e8-400d-992b-a788553bb8b8" providerId="ADAL" clId="{FC7F3F3D-3A7D-4183-A934-13916A107770}" dt="2025-12-15T11:03:49.956" v="238" actId="1076"/>
        <pc:sldMkLst>
          <pc:docMk/>
          <pc:sldMk cId="2322164248" sldId="265"/>
        </pc:sldMkLst>
        <pc:spChg chg="del">
          <ac:chgData name="Estevao Silva" userId="c1fd8cfa-c7e8-400d-992b-a788553bb8b8" providerId="ADAL" clId="{FC7F3F3D-3A7D-4183-A934-13916A107770}" dt="2025-12-15T09:27:59.693" v="34" actId="478"/>
          <ac:spMkLst>
            <pc:docMk/>
            <pc:sldMk cId="2322164248" sldId="265"/>
            <ac:spMk id="3" creationId="{21661A36-0B55-E5A1-2919-6D424322A079}"/>
          </ac:spMkLst>
        </pc:spChg>
        <pc:spChg chg="del">
          <ac:chgData name="Estevao Silva" userId="c1fd8cfa-c7e8-400d-992b-a788553bb8b8" providerId="ADAL" clId="{FC7F3F3D-3A7D-4183-A934-13916A107770}" dt="2025-12-15T09:28:01.148" v="35" actId="478"/>
          <ac:spMkLst>
            <pc:docMk/>
            <pc:sldMk cId="2322164248" sldId="265"/>
            <ac:spMk id="4" creationId="{34471660-892C-554C-3400-206A9ACA7758}"/>
          </ac:spMkLst>
        </pc:spChg>
        <pc:spChg chg="add del mod">
          <ac:chgData name="Estevao Silva" userId="c1fd8cfa-c7e8-400d-992b-a788553bb8b8" providerId="ADAL" clId="{FC7F3F3D-3A7D-4183-A934-13916A107770}" dt="2025-12-15T09:28:01.817" v="36" actId="478"/>
          <ac:spMkLst>
            <pc:docMk/>
            <pc:sldMk cId="2322164248" sldId="265"/>
            <ac:spMk id="7" creationId="{ED12A081-2698-F57E-44C7-923290CF9B66}"/>
          </ac:spMkLst>
        </pc:spChg>
        <pc:spChg chg="add del mod">
          <ac:chgData name="Estevao Silva" userId="c1fd8cfa-c7e8-400d-992b-a788553bb8b8" providerId="ADAL" clId="{FC7F3F3D-3A7D-4183-A934-13916A107770}" dt="2025-12-15T09:28:02.327" v="37" actId="478"/>
          <ac:spMkLst>
            <pc:docMk/>
            <pc:sldMk cId="2322164248" sldId="265"/>
            <ac:spMk id="9" creationId="{B3E13FCD-3BA2-B38A-511C-EEE04A7E6EF7}"/>
          </ac:spMkLst>
        </pc:spChg>
        <pc:picChg chg="add del mod">
          <ac:chgData name="Estevao Silva" userId="c1fd8cfa-c7e8-400d-992b-a788553bb8b8" providerId="ADAL" clId="{FC7F3F3D-3A7D-4183-A934-13916A107770}" dt="2025-12-15T11:03:41.385" v="230" actId="478"/>
          <ac:picMkLst>
            <pc:docMk/>
            <pc:sldMk cId="2322164248" sldId="265"/>
            <ac:picMk id="11" creationId="{D4E38DE7-F1C4-B9E3-EBE9-82C989935DFF}"/>
          </ac:picMkLst>
        </pc:picChg>
        <pc:picChg chg="add mod">
          <ac:chgData name="Estevao Silva" userId="c1fd8cfa-c7e8-400d-992b-a788553bb8b8" providerId="ADAL" clId="{FC7F3F3D-3A7D-4183-A934-13916A107770}" dt="2025-12-15T11:03:49.956" v="238" actId="1076"/>
          <ac:picMkLst>
            <pc:docMk/>
            <pc:sldMk cId="2322164248" sldId="265"/>
            <ac:picMk id="13" creationId="{5C409EE4-D79E-59CD-D4D7-171D892BF2C9}"/>
          </ac:picMkLst>
        </pc:picChg>
      </pc:sldChg>
      <pc:sldChg chg="modSp new del mod">
        <pc:chgData name="Estevao Silva" userId="c1fd8cfa-c7e8-400d-992b-a788553bb8b8" providerId="ADAL" clId="{FC7F3F3D-3A7D-4183-A934-13916A107770}" dt="2025-12-15T09:29:28.677" v="49" actId="47"/>
        <pc:sldMkLst>
          <pc:docMk/>
          <pc:sldMk cId="1174991028" sldId="266"/>
        </pc:sldMkLst>
        <pc:spChg chg="mod">
          <ac:chgData name="Estevao Silva" userId="c1fd8cfa-c7e8-400d-992b-a788553bb8b8" providerId="ADAL" clId="{FC7F3F3D-3A7D-4183-A934-13916A107770}" dt="2025-12-15T09:29:24.418" v="47" actId="21"/>
          <ac:spMkLst>
            <pc:docMk/>
            <pc:sldMk cId="1174991028" sldId="266"/>
            <ac:spMk id="2" creationId="{29ABC28F-8559-A8FD-E41F-CD6DF8CB1DF4}"/>
          </ac:spMkLst>
        </pc:spChg>
      </pc:sldChg>
      <pc:sldChg chg="addSp modSp new mod">
        <pc:chgData name="Estevao Silva" userId="c1fd8cfa-c7e8-400d-992b-a788553bb8b8" providerId="ADAL" clId="{FC7F3F3D-3A7D-4183-A934-13916A107770}" dt="2025-12-15T11:04:47.226" v="257" actId="14100"/>
        <pc:sldMkLst>
          <pc:docMk/>
          <pc:sldMk cId="97317616" sldId="267"/>
        </pc:sldMkLst>
        <pc:spChg chg="mod">
          <ac:chgData name="Estevao Silva" userId="c1fd8cfa-c7e8-400d-992b-a788553bb8b8" providerId="ADAL" clId="{FC7F3F3D-3A7D-4183-A934-13916A107770}" dt="2025-12-15T11:04:47.226" v="257" actId="14100"/>
          <ac:spMkLst>
            <pc:docMk/>
            <pc:sldMk cId="97317616" sldId="267"/>
            <ac:spMk id="2" creationId="{C6D8B012-CAF2-5A75-E1D4-1C5646CF6C3B}"/>
          </ac:spMkLst>
        </pc:spChg>
        <pc:spChg chg="mod">
          <ac:chgData name="Estevao Silva" userId="c1fd8cfa-c7e8-400d-992b-a788553bb8b8" providerId="ADAL" clId="{FC7F3F3D-3A7D-4183-A934-13916A107770}" dt="2025-12-15T11:04:44.744" v="256" actId="14100"/>
          <ac:spMkLst>
            <pc:docMk/>
            <pc:sldMk cId="97317616" sldId="267"/>
            <ac:spMk id="3" creationId="{C93CC6D4-DE05-824C-3D85-013DE52BC2BA}"/>
          </ac:spMkLst>
        </pc:spChg>
        <pc:picChg chg="add mod">
          <ac:chgData name="Estevao Silva" userId="c1fd8cfa-c7e8-400d-992b-a788553bb8b8" providerId="ADAL" clId="{FC7F3F3D-3A7D-4183-A934-13916A107770}" dt="2025-12-15T11:04:41.244" v="255" actId="1076"/>
          <ac:picMkLst>
            <pc:docMk/>
            <pc:sldMk cId="97317616" sldId="267"/>
            <ac:picMk id="15" creationId="{C0471EEA-19FF-F447-A08E-21554F8DD781}"/>
          </ac:picMkLst>
        </pc:picChg>
      </pc:sldChg>
      <pc:sldChg chg="modSp new del mod">
        <pc:chgData name="Estevao Silva" userId="c1fd8cfa-c7e8-400d-992b-a788553bb8b8" providerId="ADAL" clId="{FC7F3F3D-3A7D-4183-A934-13916A107770}" dt="2025-12-15T09:26:30.743" v="8" actId="47"/>
        <pc:sldMkLst>
          <pc:docMk/>
          <pc:sldMk cId="896613217" sldId="267"/>
        </pc:sldMkLst>
        <pc:spChg chg="mod">
          <ac:chgData name="Estevao Silva" userId="c1fd8cfa-c7e8-400d-992b-a788553bb8b8" providerId="ADAL" clId="{FC7F3F3D-3A7D-4183-A934-13916A107770}" dt="2025-12-15T09:26:28.769" v="7"/>
          <ac:spMkLst>
            <pc:docMk/>
            <pc:sldMk cId="896613217" sldId="267"/>
            <ac:spMk id="2" creationId="{3651F577-7E38-6F09-88E1-6488E94BE8D2}"/>
          </ac:spMkLst>
        </pc:spChg>
      </pc:sldChg>
      <pc:sldChg chg="new del">
        <pc:chgData name="Estevao Silva" userId="c1fd8cfa-c7e8-400d-992b-a788553bb8b8" providerId="ADAL" clId="{FC7F3F3D-3A7D-4183-A934-13916A107770}" dt="2025-12-15T09:26:35.919" v="10" actId="47"/>
        <pc:sldMkLst>
          <pc:docMk/>
          <pc:sldMk cId="3544968095" sldId="267"/>
        </pc:sldMkLst>
      </pc:sldChg>
      <pc:sldChg chg="addSp delSp modSp new del mod">
        <pc:chgData name="Estevao Silva" userId="c1fd8cfa-c7e8-400d-992b-a788553bb8b8" providerId="ADAL" clId="{FC7F3F3D-3A7D-4183-A934-13916A107770}" dt="2025-12-15T11:04:50.874" v="258" actId="47"/>
        <pc:sldMkLst>
          <pc:docMk/>
          <pc:sldMk cId="350055726" sldId="268"/>
        </pc:sldMkLst>
        <pc:spChg chg="del mod">
          <ac:chgData name="Estevao Silva" userId="c1fd8cfa-c7e8-400d-992b-a788553bb8b8" providerId="ADAL" clId="{FC7F3F3D-3A7D-4183-A934-13916A107770}" dt="2025-12-15T09:32:23.626" v="60" actId="478"/>
          <ac:spMkLst>
            <pc:docMk/>
            <pc:sldMk cId="350055726" sldId="268"/>
            <ac:spMk id="2" creationId="{788997E5-3116-BF21-4FD1-D3AB71F46425}"/>
          </ac:spMkLst>
        </pc:spChg>
        <pc:spChg chg="del">
          <ac:chgData name="Estevao Silva" userId="c1fd8cfa-c7e8-400d-992b-a788553bb8b8" providerId="ADAL" clId="{FC7F3F3D-3A7D-4183-A934-13916A107770}" dt="2025-12-15T09:32:17.410" v="56" actId="22"/>
          <ac:spMkLst>
            <pc:docMk/>
            <pc:sldMk cId="350055726" sldId="268"/>
            <ac:spMk id="3" creationId="{397E9A45-FA9C-FD5B-40A0-F06E8C8221CF}"/>
          </ac:spMkLst>
        </pc:spChg>
        <pc:spChg chg="add del mod">
          <ac:chgData name="Estevao Silva" userId="c1fd8cfa-c7e8-400d-992b-a788553bb8b8" providerId="ADAL" clId="{FC7F3F3D-3A7D-4183-A934-13916A107770}" dt="2025-12-15T09:32:28.418" v="61" actId="478"/>
          <ac:spMkLst>
            <pc:docMk/>
            <pc:sldMk cId="350055726" sldId="268"/>
            <ac:spMk id="7" creationId="{4D470C11-3E1A-6D8A-0041-580909891D37}"/>
          </ac:spMkLst>
        </pc:spChg>
        <pc:spChg chg="add del mod">
          <ac:chgData name="Estevao Silva" userId="c1fd8cfa-c7e8-400d-992b-a788553bb8b8" providerId="ADAL" clId="{FC7F3F3D-3A7D-4183-A934-13916A107770}" dt="2025-12-15T09:35:42.475" v="73" actId="478"/>
          <ac:spMkLst>
            <pc:docMk/>
            <pc:sldMk cId="350055726" sldId="268"/>
            <ac:spMk id="9" creationId="{4103366E-A7AC-2D41-A7E1-7FC48FD918C2}"/>
          </ac:spMkLst>
        </pc:spChg>
        <pc:picChg chg="add del mod ord">
          <ac:chgData name="Estevao Silva" userId="c1fd8cfa-c7e8-400d-992b-a788553bb8b8" providerId="ADAL" clId="{FC7F3F3D-3A7D-4183-A934-13916A107770}" dt="2025-12-15T09:35:36.790" v="67" actId="478"/>
          <ac:picMkLst>
            <pc:docMk/>
            <pc:sldMk cId="350055726" sldId="268"/>
            <ac:picMk id="5" creationId="{3858FF82-CDEE-CF8E-0A59-5450FEFF532C}"/>
          </ac:picMkLst>
        </pc:picChg>
        <pc:picChg chg="add del mod">
          <ac:chgData name="Estevao Silva" userId="c1fd8cfa-c7e8-400d-992b-a788553bb8b8" providerId="ADAL" clId="{FC7F3F3D-3A7D-4183-A934-13916A107770}" dt="2025-12-15T09:36:23.935" v="74" actId="478"/>
          <ac:picMkLst>
            <pc:docMk/>
            <pc:sldMk cId="350055726" sldId="268"/>
            <ac:picMk id="11" creationId="{BE95C08B-0AB4-4EF2-5FCD-B978BE1E5365}"/>
          </ac:picMkLst>
        </pc:picChg>
        <pc:picChg chg="add del mod">
          <ac:chgData name="Estevao Silva" userId="c1fd8cfa-c7e8-400d-992b-a788553bb8b8" providerId="ADAL" clId="{FC7F3F3D-3A7D-4183-A934-13916A107770}" dt="2025-12-15T11:03:56.485" v="239" actId="478"/>
          <ac:picMkLst>
            <pc:docMk/>
            <pc:sldMk cId="350055726" sldId="268"/>
            <ac:picMk id="13" creationId="{13FD0C60-E19D-3E64-8DFB-AF1C074FC0CC}"/>
          </ac:picMkLst>
        </pc:picChg>
        <pc:picChg chg="add del mod">
          <ac:chgData name="Estevao Silva" userId="c1fd8cfa-c7e8-400d-992b-a788553bb8b8" providerId="ADAL" clId="{FC7F3F3D-3A7D-4183-A934-13916A107770}" dt="2025-12-15T11:04:35.084" v="250" actId="21"/>
          <ac:picMkLst>
            <pc:docMk/>
            <pc:sldMk cId="350055726" sldId="268"/>
            <ac:picMk id="15" creationId="{C0471EEA-19FF-F447-A08E-21554F8DD781}"/>
          </ac:picMkLst>
        </pc:picChg>
      </pc:sldChg>
      <pc:sldChg chg="addSp modSp new mod">
        <pc:chgData name="Estevao Silva" userId="c1fd8cfa-c7e8-400d-992b-a788553bb8b8" providerId="ADAL" clId="{FC7F3F3D-3A7D-4183-A934-13916A107770}" dt="2025-12-15T09:41:43.220" v="136" actId="1076"/>
        <pc:sldMkLst>
          <pc:docMk/>
          <pc:sldMk cId="2512178647" sldId="269"/>
        </pc:sldMkLst>
        <pc:spChg chg="mod">
          <ac:chgData name="Estevao Silva" userId="c1fd8cfa-c7e8-400d-992b-a788553bb8b8" providerId="ADAL" clId="{FC7F3F3D-3A7D-4183-A934-13916A107770}" dt="2025-12-15T09:37:25.531" v="82"/>
          <ac:spMkLst>
            <pc:docMk/>
            <pc:sldMk cId="2512178647" sldId="269"/>
            <ac:spMk id="2" creationId="{766B3D6F-9436-FCB9-D341-2B56E970996C}"/>
          </ac:spMkLst>
        </pc:spChg>
        <pc:spChg chg="mod">
          <ac:chgData name="Estevao Silva" userId="c1fd8cfa-c7e8-400d-992b-a788553bb8b8" providerId="ADAL" clId="{FC7F3F3D-3A7D-4183-A934-13916A107770}" dt="2025-12-15T09:41:30.276" v="131" actId="1035"/>
          <ac:spMkLst>
            <pc:docMk/>
            <pc:sldMk cId="2512178647" sldId="269"/>
            <ac:spMk id="3" creationId="{0B6D3CCA-7A5F-A15C-5CD8-979ACF3553EA}"/>
          </ac:spMkLst>
        </pc:spChg>
        <pc:picChg chg="add mod">
          <ac:chgData name="Estevao Silva" userId="c1fd8cfa-c7e8-400d-992b-a788553bb8b8" providerId="ADAL" clId="{FC7F3F3D-3A7D-4183-A934-13916A107770}" dt="2025-12-15T09:41:43.220" v="136" actId="1076"/>
          <ac:picMkLst>
            <pc:docMk/>
            <pc:sldMk cId="2512178647" sldId="269"/>
            <ac:picMk id="5" creationId="{69D3EEF7-9FD9-1E27-F532-76BAE3C83774}"/>
          </ac:picMkLst>
        </pc:picChg>
      </pc:sldChg>
      <pc:sldChg chg="modSp new mod">
        <pc:chgData name="Estevao Silva" userId="c1fd8cfa-c7e8-400d-992b-a788553bb8b8" providerId="ADAL" clId="{FC7F3F3D-3A7D-4183-A934-13916A107770}" dt="2025-12-15T09:57:48.515" v="166" actId="20577"/>
        <pc:sldMkLst>
          <pc:docMk/>
          <pc:sldMk cId="129400856" sldId="270"/>
        </pc:sldMkLst>
        <pc:spChg chg="mod">
          <ac:chgData name="Estevao Silva" userId="c1fd8cfa-c7e8-400d-992b-a788553bb8b8" providerId="ADAL" clId="{FC7F3F3D-3A7D-4183-A934-13916A107770}" dt="2025-12-15T09:56:42.406" v="148"/>
          <ac:spMkLst>
            <pc:docMk/>
            <pc:sldMk cId="129400856" sldId="270"/>
            <ac:spMk id="2" creationId="{F45BF8D0-CA7F-14D6-520D-1923A42E3235}"/>
          </ac:spMkLst>
        </pc:spChg>
        <pc:spChg chg="mod">
          <ac:chgData name="Estevao Silva" userId="c1fd8cfa-c7e8-400d-992b-a788553bb8b8" providerId="ADAL" clId="{FC7F3F3D-3A7D-4183-A934-13916A107770}" dt="2025-12-15T09:57:48.515" v="166" actId="20577"/>
          <ac:spMkLst>
            <pc:docMk/>
            <pc:sldMk cId="129400856" sldId="270"/>
            <ac:spMk id="3" creationId="{B07C0BCE-3948-D6E5-0535-32C637236151}"/>
          </ac:spMkLst>
        </pc:spChg>
      </pc:sldChg>
      <pc:sldChg chg="addSp delSp modSp new mod">
        <pc:chgData name="Estevao Silva" userId="c1fd8cfa-c7e8-400d-992b-a788553bb8b8" providerId="ADAL" clId="{FC7F3F3D-3A7D-4183-A934-13916A107770}" dt="2025-12-15T09:58:32.595" v="176"/>
        <pc:sldMkLst>
          <pc:docMk/>
          <pc:sldMk cId="2870179141" sldId="271"/>
        </pc:sldMkLst>
        <pc:spChg chg="mod">
          <ac:chgData name="Estevao Silva" userId="c1fd8cfa-c7e8-400d-992b-a788553bb8b8" providerId="ADAL" clId="{FC7F3F3D-3A7D-4183-A934-13916A107770}" dt="2025-12-15T09:58:32.595" v="176"/>
          <ac:spMkLst>
            <pc:docMk/>
            <pc:sldMk cId="2870179141" sldId="271"/>
            <ac:spMk id="2" creationId="{B0E2BB30-D866-F138-5C9B-45146F4A5DC1}"/>
          </ac:spMkLst>
        </pc:spChg>
        <pc:spChg chg="del">
          <ac:chgData name="Estevao Silva" userId="c1fd8cfa-c7e8-400d-992b-a788553bb8b8" providerId="ADAL" clId="{FC7F3F3D-3A7D-4183-A934-13916A107770}" dt="2025-12-15T09:58:15.913" v="168" actId="22"/>
          <ac:spMkLst>
            <pc:docMk/>
            <pc:sldMk cId="2870179141" sldId="271"/>
            <ac:spMk id="3" creationId="{C848B119-3B81-1D23-28D3-DC2CC3CBC534}"/>
          </ac:spMkLst>
        </pc:spChg>
        <pc:picChg chg="add mod ord">
          <ac:chgData name="Estevao Silva" userId="c1fd8cfa-c7e8-400d-992b-a788553bb8b8" providerId="ADAL" clId="{FC7F3F3D-3A7D-4183-A934-13916A107770}" dt="2025-12-15T09:58:25.773" v="175" actId="1076"/>
          <ac:picMkLst>
            <pc:docMk/>
            <pc:sldMk cId="2870179141" sldId="271"/>
            <ac:picMk id="5" creationId="{BA2851CB-F6C8-8540-DCCD-6C4803163D25}"/>
          </ac:picMkLst>
        </pc:picChg>
      </pc:sldChg>
      <pc:sldChg chg="modSp new mod">
        <pc:chgData name="Estevao Silva" userId="c1fd8cfa-c7e8-400d-992b-a788553bb8b8" providerId="ADAL" clId="{FC7F3F3D-3A7D-4183-A934-13916A107770}" dt="2025-12-15T10:00:46.537" v="194" actId="20577"/>
        <pc:sldMkLst>
          <pc:docMk/>
          <pc:sldMk cId="2777849673" sldId="272"/>
        </pc:sldMkLst>
        <pc:spChg chg="mod">
          <ac:chgData name="Estevao Silva" userId="c1fd8cfa-c7e8-400d-992b-a788553bb8b8" providerId="ADAL" clId="{FC7F3F3D-3A7D-4183-A934-13916A107770}" dt="2025-12-15T09:59:26.897" v="181"/>
          <ac:spMkLst>
            <pc:docMk/>
            <pc:sldMk cId="2777849673" sldId="272"/>
            <ac:spMk id="2" creationId="{CF1845D2-2E78-C108-86D4-76B7DB7437A3}"/>
          </ac:spMkLst>
        </pc:spChg>
        <pc:spChg chg="mod">
          <ac:chgData name="Estevao Silva" userId="c1fd8cfa-c7e8-400d-992b-a788553bb8b8" providerId="ADAL" clId="{FC7F3F3D-3A7D-4183-A934-13916A107770}" dt="2025-12-15T10:00:46.537" v="194" actId="20577"/>
          <ac:spMkLst>
            <pc:docMk/>
            <pc:sldMk cId="2777849673" sldId="272"/>
            <ac:spMk id="3" creationId="{CE47A752-82AA-2C86-D897-84722DA55902}"/>
          </ac:spMkLst>
        </pc:spChg>
      </pc:sldChg>
      <pc:sldChg chg="addSp delSp modSp new mod">
        <pc:chgData name="Estevao Silva" userId="c1fd8cfa-c7e8-400d-992b-a788553bb8b8" providerId="ADAL" clId="{FC7F3F3D-3A7D-4183-A934-13916A107770}" dt="2025-12-15T11:05:34.976" v="264" actId="1076"/>
        <pc:sldMkLst>
          <pc:docMk/>
          <pc:sldMk cId="1082617964" sldId="273"/>
        </pc:sldMkLst>
        <pc:spChg chg="mod">
          <ac:chgData name="Estevao Silva" userId="c1fd8cfa-c7e8-400d-992b-a788553bb8b8" providerId="ADAL" clId="{FC7F3F3D-3A7D-4183-A934-13916A107770}" dt="2025-12-15T10:08:53.940" v="218" actId="1076"/>
          <ac:spMkLst>
            <pc:docMk/>
            <pc:sldMk cId="1082617964" sldId="273"/>
            <ac:spMk id="2" creationId="{53296DAF-84C3-0EFB-417D-E00871EADC89}"/>
          </ac:spMkLst>
        </pc:spChg>
        <pc:spChg chg="del">
          <ac:chgData name="Estevao Silva" userId="c1fd8cfa-c7e8-400d-992b-a788553bb8b8" providerId="ADAL" clId="{FC7F3F3D-3A7D-4183-A934-13916A107770}" dt="2025-12-15T10:08:19.279" v="202" actId="478"/>
          <ac:spMkLst>
            <pc:docMk/>
            <pc:sldMk cId="1082617964" sldId="273"/>
            <ac:spMk id="3" creationId="{A29368D1-F827-B8E8-F68E-7D7BF49C35A6}"/>
          </ac:spMkLst>
        </pc:spChg>
        <pc:picChg chg="add del mod">
          <ac:chgData name="Estevao Silva" userId="c1fd8cfa-c7e8-400d-992b-a788553bb8b8" providerId="ADAL" clId="{FC7F3F3D-3A7D-4183-A934-13916A107770}" dt="2025-12-15T11:05:08.656" v="259" actId="478"/>
          <ac:picMkLst>
            <pc:docMk/>
            <pc:sldMk cId="1082617964" sldId="273"/>
            <ac:picMk id="5" creationId="{52FCE4D4-4435-913E-395A-110BD46F2839}"/>
          </ac:picMkLst>
        </pc:picChg>
        <pc:picChg chg="add mod">
          <ac:chgData name="Estevao Silva" userId="c1fd8cfa-c7e8-400d-992b-a788553bb8b8" providerId="ADAL" clId="{FC7F3F3D-3A7D-4183-A934-13916A107770}" dt="2025-12-15T11:05:34.976" v="264" actId="1076"/>
          <ac:picMkLst>
            <pc:docMk/>
            <pc:sldMk cId="1082617964" sldId="273"/>
            <ac:picMk id="7" creationId="{886AA095-6698-8571-4157-3A0F9681C995}"/>
          </ac:picMkLst>
        </pc:picChg>
      </pc:sldChg>
      <pc:sldChg chg="addSp delSp modSp new mod">
        <pc:chgData name="Estevao Silva" userId="c1fd8cfa-c7e8-400d-992b-a788553bb8b8" providerId="ADAL" clId="{FC7F3F3D-3A7D-4183-A934-13916A107770}" dt="2025-12-15T11:10:22.164" v="301" actId="1076"/>
        <pc:sldMkLst>
          <pc:docMk/>
          <pc:sldMk cId="2149513444" sldId="274"/>
        </pc:sldMkLst>
        <pc:spChg chg="mod">
          <ac:chgData name="Estevao Silva" userId="c1fd8cfa-c7e8-400d-992b-a788553bb8b8" providerId="ADAL" clId="{FC7F3F3D-3A7D-4183-A934-13916A107770}" dt="2025-12-15T11:09:36.526" v="284" actId="20577"/>
          <ac:spMkLst>
            <pc:docMk/>
            <pc:sldMk cId="2149513444" sldId="274"/>
            <ac:spMk id="2" creationId="{1CFAE66B-EF1A-0198-C52A-DC864554B664}"/>
          </ac:spMkLst>
        </pc:spChg>
        <pc:spChg chg="del">
          <ac:chgData name="Estevao Silva" userId="c1fd8cfa-c7e8-400d-992b-a788553bb8b8" providerId="ADAL" clId="{FC7F3F3D-3A7D-4183-A934-13916A107770}" dt="2025-12-15T11:09:38.490" v="285" actId="22"/>
          <ac:spMkLst>
            <pc:docMk/>
            <pc:sldMk cId="2149513444" sldId="274"/>
            <ac:spMk id="3" creationId="{CE6B56E8-9F3D-9DEF-3F14-4C39BB56543B}"/>
          </ac:spMkLst>
        </pc:spChg>
        <pc:spChg chg="add del mod">
          <ac:chgData name="Estevao Silva" userId="c1fd8cfa-c7e8-400d-992b-a788553bb8b8" providerId="ADAL" clId="{FC7F3F3D-3A7D-4183-A934-13916A107770}" dt="2025-12-15T11:10:16.964" v="294" actId="22"/>
          <ac:spMkLst>
            <pc:docMk/>
            <pc:sldMk cId="2149513444" sldId="274"/>
            <ac:spMk id="7" creationId="{387BBE7E-0BF1-1CC3-3C2D-0C9F4907EFB1}"/>
          </ac:spMkLst>
        </pc:spChg>
        <pc:picChg chg="add del mod ord">
          <ac:chgData name="Estevao Silva" userId="c1fd8cfa-c7e8-400d-992b-a788553bb8b8" providerId="ADAL" clId="{FC7F3F3D-3A7D-4183-A934-13916A107770}" dt="2025-12-15T11:10:10.196" v="289" actId="478"/>
          <ac:picMkLst>
            <pc:docMk/>
            <pc:sldMk cId="2149513444" sldId="274"/>
            <ac:picMk id="5" creationId="{B2769902-C709-8BEA-1454-930E097C7891}"/>
          </ac:picMkLst>
        </pc:picChg>
        <pc:picChg chg="add del mod">
          <ac:chgData name="Estevao Silva" userId="c1fd8cfa-c7e8-400d-992b-a788553bb8b8" providerId="ADAL" clId="{FC7F3F3D-3A7D-4183-A934-13916A107770}" dt="2025-12-15T11:10:15.654" v="293" actId="478"/>
          <ac:picMkLst>
            <pc:docMk/>
            <pc:sldMk cId="2149513444" sldId="274"/>
            <ac:picMk id="9" creationId="{61EE7D01-C46E-5B95-E8F5-473B19FA4FD2}"/>
          </ac:picMkLst>
        </pc:picChg>
        <pc:picChg chg="add mod ord">
          <ac:chgData name="Estevao Silva" userId="c1fd8cfa-c7e8-400d-992b-a788553bb8b8" providerId="ADAL" clId="{FC7F3F3D-3A7D-4183-A934-13916A107770}" dt="2025-12-15T11:10:22.164" v="301" actId="1076"/>
          <ac:picMkLst>
            <pc:docMk/>
            <pc:sldMk cId="2149513444" sldId="274"/>
            <ac:picMk id="11" creationId="{992BB2E8-78D2-D003-F4B8-B487D815D071}"/>
          </ac:picMkLst>
        </pc:picChg>
      </pc:sldChg>
      <pc:sldChg chg="addSp delSp modSp new mod">
        <pc:chgData name="Estevao Silva" userId="c1fd8cfa-c7e8-400d-992b-a788553bb8b8" providerId="ADAL" clId="{FC7F3F3D-3A7D-4183-A934-13916A107770}" dt="2025-12-15T11:11:36.096" v="333" actId="1076"/>
        <pc:sldMkLst>
          <pc:docMk/>
          <pc:sldMk cId="1430933652" sldId="275"/>
        </pc:sldMkLst>
        <pc:spChg chg="add del mod">
          <ac:chgData name="Estevao Silva" userId="c1fd8cfa-c7e8-400d-992b-a788553bb8b8" providerId="ADAL" clId="{FC7F3F3D-3A7D-4183-A934-13916A107770}" dt="2025-12-15T11:11:36.096" v="333" actId="1076"/>
          <ac:spMkLst>
            <pc:docMk/>
            <pc:sldMk cId="1430933652" sldId="275"/>
            <ac:spMk id="2" creationId="{4A00DD89-9427-83FE-365B-1C43DAD7EE1D}"/>
          </ac:spMkLst>
        </pc:spChg>
        <pc:spChg chg="del">
          <ac:chgData name="Estevao Silva" userId="c1fd8cfa-c7e8-400d-992b-a788553bb8b8" providerId="ADAL" clId="{FC7F3F3D-3A7D-4183-A934-13916A107770}" dt="2025-12-15T11:11:22.023" v="314" actId="478"/>
          <ac:spMkLst>
            <pc:docMk/>
            <pc:sldMk cId="1430933652" sldId="275"/>
            <ac:spMk id="3" creationId="{2ED8706A-7490-285C-AED4-97D3D3F5AF9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6BE891AF-0247-42CD-8E97-5B0D593189A0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8703ABF1-7F40-4850-B588-B516B9698F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8021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91AF-0247-42CD-8E97-5B0D593189A0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ABF1-7F40-4850-B588-B516B9698F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5641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BE891AF-0247-42CD-8E97-5B0D593189A0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703ABF1-7F40-4850-B588-B516B9698F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3306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91AF-0247-42CD-8E97-5B0D593189A0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ABF1-7F40-4850-B588-B516B9698F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8683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91AF-0247-42CD-8E97-5B0D593189A0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ABF1-7F40-4850-B588-B516B9698F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5881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91AF-0247-42CD-8E97-5B0D593189A0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ABF1-7F40-4850-B588-B516B9698F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7393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91AF-0247-42CD-8E97-5B0D593189A0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ABF1-7F40-4850-B588-B516B9698F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262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91AF-0247-42CD-8E97-5B0D593189A0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ABF1-7F40-4850-B588-B516B9698F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015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91AF-0247-42CD-8E97-5B0D593189A0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ABF1-7F40-4850-B588-B516B9698F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4953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91AF-0247-42CD-8E97-5B0D593189A0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ABF1-7F40-4850-B588-B516B9698F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5973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BE891AF-0247-42CD-8E97-5B0D593189A0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703ABF1-7F40-4850-B588-B516B9698F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76201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BE891AF-0247-42CD-8E97-5B0D593189A0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703ABF1-7F40-4850-B588-B516B9698F82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5200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BE891AF-0247-42CD-8E97-5B0D593189A0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703ABF1-7F40-4850-B588-B516B9698F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79115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91AF-0247-42CD-8E97-5B0D593189A0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ABF1-7F40-4850-B588-B516B9698F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07899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91AF-0247-42CD-8E97-5B0D593189A0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ABF1-7F40-4850-B588-B516B9698F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66172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91AF-0247-42CD-8E97-5B0D593189A0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ABF1-7F40-4850-B588-B516B9698F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42673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BE891AF-0247-42CD-8E97-5B0D593189A0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703ABF1-7F40-4850-B588-B516B9698F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4085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891AF-0247-42CD-8E97-5B0D593189A0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3ABF1-7F40-4850-B588-B516B9698F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40577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4A520B-7B2C-DBF0-BA3A-E5733610B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2143" y="2325984"/>
            <a:ext cx="7717972" cy="1103016"/>
          </a:xfrm>
        </p:spPr>
        <p:txBody>
          <a:bodyPr/>
          <a:lstStyle/>
          <a:p>
            <a:r>
              <a:rPr lang="pt-BR" dirty="0"/>
              <a:t>AGNO FRAMEWORK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895FAE8-AB9F-D76B-CD6B-C4B614655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629" y="1713792"/>
            <a:ext cx="2449285" cy="244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6F0CC91E-B8B5-27D5-FA97-F492D4AB2FC7}"/>
              </a:ext>
            </a:extLst>
          </p:cNvPr>
          <p:cNvSpPr txBox="1">
            <a:spLocks/>
          </p:cNvSpPr>
          <p:nvPr/>
        </p:nvSpPr>
        <p:spPr>
          <a:xfrm>
            <a:off x="-283030" y="6168641"/>
            <a:ext cx="3657601" cy="689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200" dirty="0"/>
              <a:t>Estevão </a:t>
            </a:r>
            <a:r>
              <a:rPr lang="pt-BR" sz="3200" dirty="0" err="1"/>
              <a:t>SIlva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79823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7E274-B1F7-7C97-8200-22742F6E8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FDE0AC-104E-1BB2-0D2A-AC573A639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 err="1"/>
              <a:t>Agno</a:t>
            </a:r>
            <a:r>
              <a:rPr lang="pt-BR" dirty="0"/>
              <a:t> é um framework </a:t>
            </a:r>
            <a:r>
              <a:rPr lang="pt-BR" b="1" dirty="0"/>
              <a:t>leve e orientado a agentes</a:t>
            </a:r>
            <a:r>
              <a:rPr lang="pt-BR" dirty="0"/>
              <a:t> para construção de aplicações com </a:t>
            </a:r>
            <a:r>
              <a:rPr lang="pt-BR" dirty="0" err="1"/>
              <a:t>LLMs</a:t>
            </a:r>
            <a:r>
              <a:rPr lang="pt-BR" dirty="0"/>
              <a:t>, focado em </a:t>
            </a:r>
            <a:r>
              <a:rPr lang="pt-BR" b="1" dirty="0"/>
              <a:t>simplicidade, controle explícito e composição de agentes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42B67AE-BEA9-FBC0-C9E7-C8F88ABA3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259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64700-5DB6-DF78-BFF5-B62E08DCA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085" y="209202"/>
            <a:ext cx="9481457" cy="1293028"/>
          </a:xfrm>
        </p:spPr>
        <p:txBody>
          <a:bodyPr/>
          <a:lstStyle/>
          <a:p>
            <a:pPr algn="l"/>
            <a:r>
              <a:rPr lang="pt-BR" dirty="0" err="1"/>
              <a:t>Agno</a:t>
            </a:r>
            <a:r>
              <a:rPr lang="pt-BR" dirty="0"/>
              <a:t> vs. </a:t>
            </a:r>
            <a:r>
              <a:rPr lang="pt-BR" dirty="0" err="1"/>
              <a:t>LangChain</a:t>
            </a:r>
            <a:r>
              <a:rPr lang="pt-BR" dirty="0"/>
              <a:t>/</a:t>
            </a:r>
            <a:r>
              <a:rPr lang="pt-BR" dirty="0" err="1"/>
              <a:t>LangGraph</a:t>
            </a:r>
            <a:endParaRPr lang="pt-BR" dirty="0"/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8B216A7D-477F-4378-E586-BE8FA0D332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5005298"/>
              </p:ext>
            </p:extLst>
          </p:nvPr>
        </p:nvGraphicFramePr>
        <p:xfrm>
          <a:off x="740229" y="1393371"/>
          <a:ext cx="10123716" cy="5405698"/>
        </p:xfrm>
        <a:graphic>
          <a:graphicData uri="http://schemas.openxmlformats.org/drawingml/2006/table">
            <a:tbl>
              <a:tblPr/>
              <a:tblGrid>
                <a:gridCol w="3374572">
                  <a:extLst>
                    <a:ext uri="{9D8B030D-6E8A-4147-A177-3AD203B41FA5}">
                      <a16:colId xmlns:a16="http://schemas.microsoft.com/office/drawing/2014/main" val="558337059"/>
                    </a:ext>
                  </a:extLst>
                </a:gridCol>
                <a:gridCol w="3374572">
                  <a:extLst>
                    <a:ext uri="{9D8B030D-6E8A-4147-A177-3AD203B41FA5}">
                      <a16:colId xmlns:a16="http://schemas.microsoft.com/office/drawing/2014/main" val="4053650156"/>
                    </a:ext>
                  </a:extLst>
                </a:gridCol>
                <a:gridCol w="3374572">
                  <a:extLst>
                    <a:ext uri="{9D8B030D-6E8A-4147-A177-3AD203B41FA5}">
                      <a16:colId xmlns:a16="http://schemas.microsoft.com/office/drawing/2014/main" val="2470447391"/>
                    </a:ext>
                  </a:extLst>
                </a:gridCol>
              </a:tblGrid>
              <a:tr h="34584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6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Característica</a:t>
                      </a:r>
                      <a:endParaRPr lang="pt-BR" sz="16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63990" marR="6399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6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Agno</a:t>
                      </a:r>
                      <a:endParaRPr lang="pt-BR" sz="16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63990" marR="6399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6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LangChain / LangGraph</a:t>
                      </a:r>
                      <a:endParaRPr lang="pt-BR" sz="16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63990" marR="6399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379706"/>
                  </a:ext>
                </a:extLst>
              </a:tr>
              <a:tr h="85824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Foco Principal</a:t>
                      </a:r>
                      <a:endParaRPr lang="pt-BR" sz="16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63990" marR="6399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6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Performance em Produção, Simplicidade</a:t>
                      </a:r>
                      <a:r>
                        <a:rPr lang="pt-BR" sz="16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e Sistemas Multiagentes Nativos.</a:t>
                      </a:r>
                    </a:p>
                  </a:txBody>
                  <a:tcPr marL="63990" marR="6399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6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Flexibilidade, Amplo Ecossistema</a:t>
                      </a:r>
                      <a:r>
                        <a:rPr lang="pt-BR" sz="16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e Integrações (Tools, Retrievers, LLMs).</a:t>
                      </a:r>
                    </a:p>
                  </a:txBody>
                  <a:tcPr marL="63990" marR="6399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834473"/>
                  </a:ext>
                </a:extLst>
              </a:tr>
              <a:tr h="111445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Arquitetura/Design</a:t>
                      </a:r>
                      <a:endParaRPr lang="pt-BR" sz="16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63990" marR="6399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"Pure Python"</a:t>
                      </a: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e Abstrações de Alto Nível. Evita grafos/cadeias complexas.</a:t>
                      </a:r>
                    </a:p>
                  </a:txBody>
                  <a:tcPr marL="63990" marR="6399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6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Orientado a Componentes</a:t>
                      </a:r>
                      <a:r>
                        <a:rPr lang="pt-BR" sz="16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(Chains) e, com </a:t>
                      </a:r>
                      <a:r>
                        <a:rPr lang="pt-BR" sz="16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LangGraph</a:t>
                      </a:r>
                      <a:r>
                        <a:rPr lang="pt-BR" sz="16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, utiliza </a:t>
                      </a:r>
                      <a:r>
                        <a:rPr lang="pt-BR" sz="16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Grafos de Estado</a:t>
                      </a:r>
                      <a:r>
                        <a:rPr lang="pt-BR" sz="16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explícitos para workflows complexos e </a:t>
                      </a:r>
                      <a:r>
                        <a:rPr lang="pt-BR" sz="1600" i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stateful</a:t>
                      </a:r>
                      <a:r>
                        <a:rPr lang="pt-BR" sz="16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63990" marR="6399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459824"/>
                  </a:ext>
                </a:extLst>
              </a:tr>
              <a:tr h="111445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Multiagentes</a:t>
                      </a:r>
                      <a:endParaRPr lang="pt-BR" sz="16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63990" marR="6399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6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Conceito Nativo de </a:t>
                      </a:r>
                      <a:r>
                        <a:rPr lang="pt-BR" sz="1600" b="1" i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Teams</a:t>
                      </a:r>
                      <a:r>
                        <a:rPr lang="pt-BR" sz="16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(Equipes)</a:t>
                      </a:r>
                      <a:r>
                        <a:rPr lang="pt-BR" sz="16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com modos de coordenação pré-definidos (rotear, colaborar).</a:t>
                      </a:r>
                    </a:p>
                  </a:txBody>
                  <a:tcPr marL="63990" marR="6399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Construção Customizada</a:t>
                      </a: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de topologias multiagentes (hierárquicas, supervisoras) através de nós no grafo do </a:t>
                      </a:r>
                      <a:r>
                        <a:rPr lang="pt-BR" sz="160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LangGraph</a:t>
                      </a: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63990" marR="6399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526394"/>
                  </a:ext>
                </a:extLst>
              </a:tr>
              <a:tr h="111445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6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Velocidade/Overhead</a:t>
                      </a:r>
                      <a:endParaRPr lang="pt-BR" sz="16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63990" marR="6399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6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Otimizado para Alta Performance</a:t>
                      </a:r>
                      <a:r>
                        <a:rPr lang="pt-BR" sz="16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e Baixa Latência. Menos </a:t>
                      </a:r>
                      <a:r>
                        <a:rPr lang="pt-BR" sz="1600" i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boilerplate</a:t>
                      </a:r>
                      <a:r>
                        <a:rPr lang="pt-BR" sz="16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(código repetitivo) para tarefas simples.</a:t>
                      </a:r>
                    </a:p>
                  </a:txBody>
                  <a:tcPr marL="63990" marR="6399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Pode ter </a:t>
                      </a:r>
                      <a:r>
                        <a:rPr lang="pt-BR" sz="16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complexidade desnecessária</a:t>
                      </a: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e overhead de abstração para tarefas simples. </a:t>
                      </a:r>
                      <a:r>
                        <a:rPr lang="pt-BR" sz="160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LangGraph</a:t>
                      </a: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oferece controle em troca de maior complexidade.</a:t>
                      </a:r>
                    </a:p>
                  </a:txBody>
                  <a:tcPr marL="63990" marR="6399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771976"/>
                  </a:ext>
                </a:extLst>
              </a:tr>
              <a:tr h="85824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6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Memória</a:t>
                      </a:r>
                      <a:endParaRPr lang="pt-BR" sz="16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63990" marR="6399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6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Memória embutida por agente e armazenamento de sessão do usuário simplificados.</a:t>
                      </a:r>
                    </a:p>
                  </a:txBody>
                  <a:tcPr marL="63990" marR="6399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Suporte avançado à </a:t>
                      </a:r>
                      <a:r>
                        <a:rPr lang="pt-BR" sz="16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memória </a:t>
                      </a:r>
                      <a:r>
                        <a:rPr lang="pt-BR" sz="1600" b="1" i="1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stateful</a:t>
                      </a: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e persistência via </a:t>
                      </a:r>
                      <a:r>
                        <a:rPr lang="pt-BR" sz="1600" i="1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checkpointer</a:t>
                      </a: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do </a:t>
                      </a:r>
                      <a:r>
                        <a:rPr lang="pt-BR" sz="160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LangGraph</a:t>
                      </a: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63990" marR="6399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732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1678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47FC25-6060-ECCD-52E8-BAC645755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Agno</a:t>
            </a:r>
            <a:r>
              <a:rPr lang="pt-BR" dirty="0"/>
              <a:t> vs. </a:t>
            </a:r>
            <a:r>
              <a:rPr lang="pt-BR" dirty="0" err="1"/>
              <a:t>LangChain</a:t>
            </a:r>
            <a:r>
              <a:rPr lang="pt-BR" dirty="0"/>
              <a:t>/</a:t>
            </a:r>
            <a:r>
              <a:rPr lang="pt-BR" dirty="0" err="1"/>
              <a:t>LangGraph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108524-079D-E268-B6F9-18CE806FC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dirty="0">
                <a:latin typeface="Arial" panose="020B0604020202020204" pitchFamily="34" charset="0"/>
              </a:rPr>
              <a:t> O </a:t>
            </a:r>
            <a:r>
              <a:rPr lang="pt-BR" altLang="pt-BR" b="1" dirty="0" err="1">
                <a:latin typeface="Arial" panose="020B0604020202020204" pitchFamily="34" charset="0"/>
              </a:rPr>
              <a:t>Agno</a:t>
            </a:r>
            <a:r>
              <a:rPr lang="pt-BR" altLang="pt-BR" dirty="0">
                <a:latin typeface="Arial" panose="020B0604020202020204" pitchFamily="34" charset="0"/>
              </a:rPr>
              <a:t> prioriza a </a:t>
            </a:r>
            <a:r>
              <a:rPr lang="pt-BR" altLang="pt-BR" b="1" dirty="0">
                <a:latin typeface="Arial" panose="020B0604020202020204" pitchFamily="34" charset="0"/>
              </a:rPr>
              <a:t>velocidade de desenvolvimento</a:t>
            </a:r>
            <a:r>
              <a:rPr lang="pt-BR" altLang="pt-BR" dirty="0">
                <a:latin typeface="Arial" panose="020B0604020202020204" pitchFamily="34" charset="0"/>
              </a:rPr>
              <a:t>, a </a:t>
            </a:r>
            <a:r>
              <a:rPr lang="pt-BR" altLang="pt-BR" b="1" dirty="0">
                <a:latin typeface="Arial" panose="020B0604020202020204" pitchFamily="34" charset="0"/>
              </a:rPr>
              <a:t>performance em tempo de execução</a:t>
            </a:r>
            <a:r>
              <a:rPr lang="pt-BR" altLang="pt-BR" dirty="0">
                <a:latin typeface="Arial" panose="020B0604020202020204" pitchFamily="34" charset="0"/>
              </a:rPr>
              <a:t> e uma abordagem mais direta para </a:t>
            </a:r>
            <a:r>
              <a:rPr lang="pt-BR" altLang="pt-BR" b="1" dirty="0">
                <a:latin typeface="Arial" panose="020B0604020202020204" pitchFamily="34" charset="0"/>
              </a:rPr>
              <a:t>equipes de agentes colaborativas</a:t>
            </a:r>
            <a:r>
              <a:rPr lang="pt-BR" altLang="pt-BR" dirty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dirty="0">
                <a:latin typeface="Arial" panose="020B0604020202020204" pitchFamily="34" charset="0"/>
              </a:rPr>
              <a:t> O </a:t>
            </a:r>
            <a:r>
              <a:rPr lang="pt-BR" altLang="pt-BR" b="1" dirty="0" err="1">
                <a:latin typeface="Arial" panose="020B0604020202020204" pitchFamily="34" charset="0"/>
              </a:rPr>
              <a:t>LangChain</a:t>
            </a:r>
            <a:r>
              <a:rPr lang="pt-BR" altLang="pt-BR" b="1" dirty="0">
                <a:latin typeface="Arial" panose="020B0604020202020204" pitchFamily="34" charset="0"/>
              </a:rPr>
              <a:t> / </a:t>
            </a:r>
            <a:r>
              <a:rPr lang="pt-BR" altLang="pt-BR" b="1" dirty="0" err="1">
                <a:latin typeface="Arial" panose="020B0604020202020204" pitchFamily="34" charset="0"/>
              </a:rPr>
              <a:t>LangGraph</a:t>
            </a:r>
            <a:r>
              <a:rPr lang="pt-BR" altLang="pt-BR" dirty="0">
                <a:latin typeface="Arial" panose="020B0604020202020204" pitchFamily="34" charset="0"/>
              </a:rPr>
              <a:t> prioriza a </a:t>
            </a:r>
            <a:r>
              <a:rPr lang="pt-BR" altLang="pt-BR" b="1" dirty="0">
                <a:latin typeface="Arial" panose="020B0604020202020204" pitchFamily="34" charset="0"/>
              </a:rPr>
              <a:t>flexibilidade máxima</a:t>
            </a:r>
            <a:r>
              <a:rPr lang="pt-BR" altLang="pt-BR" dirty="0">
                <a:latin typeface="Arial" panose="020B0604020202020204" pitchFamily="34" charset="0"/>
              </a:rPr>
              <a:t>, um </a:t>
            </a:r>
            <a:r>
              <a:rPr lang="pt-BR" altLang="pt-BR" b="1" dirty="0">
                <a:latin typeface="Arial" panose="020B0604020202020204" pitchFamily="34" charset="0"/>
              </a:rPr>
              <a:t>ecossistema vasto de integrações</a:t>
            </a:r>
            <a:r>
              <a:rPr lang="pt-BR" altLang="pt-BR" dirty="0">
                <a:latin typeface="Arial" panose="020B0604020202020204" pitchFamily="34" charset="0"/>
              </a:rPr>
              <a:t> e controle granular sobre </a:t>
            </a:r>
            <a:r>
              <a:rPr lang="pt-BR" altLang="pt-BR" b="1" dirty="0">
                <a:latin typeface="Arial" panose="020B0604020202020204" pitchFamily="34" charset="0"/>
              </a:rPr>
              <a:t>fluxos de trabalho complexos, cíclicos e </a:t>
            </a:r>
            <a:r>
              <a:rPr lang="pt-BR" altLang="pt-BR" b="1" i="1" dirty="0" err="1">
                <a:latin typeface="Arial" panose="020B0604020202020204" pitchFamily="34" charset="0"/>
              </a:rPr>
              <a:t>stateful</a:t>
            </a:r>
            <a:r>
              <a:rPr lang="pt-BR" altLang="pt-BR" dirty="0">
                <a:latin typeface="Arial" panose="020B0604020202020204" pitchFamily="34" charset="0"/>
              </a:rPr>
              <a:t>.</a:t>
            </a:r>
          </a:p>
          <a:p>
            <a:endParaRPr lang="pt-B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24B8CD-6D48-4047-DB98-6176E333B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100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AE66B-EF1A-0198-C52A-DC864554B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Configuração Básica</a:t>
            </a:r>
          </a:p>
        </p:txBody>
      </p:sp>
      <p:pic>
        <p:nvPicPr>
          <p:cNvPr id="11" name="Espaço Reservado para Conteúdo 10" descr="Texto">
            <a:extLst>
              <a:ext uri="{FF2B5EF4-FFF2-40B4-BE49-F238E27FC236}">
                <a16:creationId xmlns:a16="http://schemas.microsoft.com/office/drawing/2014/main" id="{992BB2E8-78D2-D003-F4B8-B487D815D0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2895" y="1690688"/>
            <a:ext cx="7699076" cy="497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513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30C22E-930B-E401-6BA1-ADDB33F72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Escrita e Principais Funções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8E198A-8B3B-7902-7CF5-65A2AEB29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Agente Isolado (Básico)</a:t>
            </a:r>
          </a:p>
          <a:p>
            <a:pPr marL="0" indent="0">
              <a:buNone/>
            </a:pPr>
            <a:r>
              <a:rPr lang="pt-BR" dirty="0"/>
              <a:t>Um agente é a peça fundamental. Você o constrói definindo suas: </a:t>
            </a:r>
          </a:p>
          <a:p>
            <a:pPr marL="0" indent="0">
              <a:buNone/>
            </a:pPr>
            <a:r>
              <a:rPr lang="pt-BR" b="1" dirty="0"/>
              <a:t>	instruções</a:t>
            </a:r>
            <a:r>
              <a:rPr lang="pt-BR" dirty="0"/>
              <a:t> (o </a:t>
            </a:r>
            <a:r>
              <a:rPr lang="pt-BR" i="1" dirty="0"/>
              <a:t>role</a:t>
            </a:r>
            <a:r>
              <a:rPr lang="pt-BR" dirty="0"/>
              <a:t> dele), </a:t>
            </a:r>
          </a:p>
          <a:p>
            <a:pPr marL="0" indent="0">
              <a:buNone/>
            </a:pPr>
            <a:r>
              <a:rPr lang="pt-BR" b="1" dirty="0"/>
              <a:t>	modelo</a:t>
            </a:r>
            <a:r>
              <a:rPr lang="pt-BR" dirty="0"/>
              <a:t> de linguagem (LLM) que ele usará, e as </a:t>
            </a:r>
          </a:p>
          <a:p>
            <a:pPr marL="0" indent="0">
              <a:buNone/>
            </a:pPr>
            <a:r>
              <a:rPr lang="pt-BR" b="1" dirty="0"/>
              <a:t>	ferramentas</a:t>
            </a:r>
            <a:r>
              <a:rPr lang="pt-BR" dirty="0"/>
              <a:t> (Tools) que ele pode acessar.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5634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7ACAB-B731-693E-0588-2C17D0A99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5AAEB8-12FC-8843-0ADA-FDDAC35FB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Escrita e Principais Funções</a:t>
            </a:r>
          </a:p>
        </p:txBody>
      </p:sp>
      <p:graphicFrame>
        <p:nvGraphicFramePr>
          <p:cNvPr id="7" name="Espaço Reservado para Conteúdo 6">
            <a:extLst>
              <a:ext uri="{FF2B5EF4-FFF2-40B4-BE49-F238E27FC236}">
                <a16:creationId xmlns:a16="http://schemas.microsoft.com/office/drawing/2014/main" id="{8C016335-17BC-7400-1DBF-C4DC96BC76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3889547"/>
              </p:ext>
            </p:extLst>
          </p:nvPr>
        </p:nvGraphicFramePr>
        <p:xfrm>
          <a:off x="298922" y="1690687"/>
          <a:ext cx="11533848" cy="4802186"/>
        </p:xfrm>
        <a:graphic>
          <a:graphicData uri="http://schemas.openxmlformats.org/drawingml/2006/table">
            <a:tbl>
              <a:tblPr/>
              <a:tblGrid>
                <a:gridCol w="3844616">
                  <a:extLst>
                    <a:ext uri="{9D8B030D-6E8A-4147-A177-3AD203B41FA5}">
                      <a16:colId xmlns:a16="http://schemas.microsoft.com/office/drawing/2014/main" val="3079707985"/>
                    </a:ext>
                  </a:extLst>
                </a:gridCol>
                <a:gridCol w="3844616">
                  <a:extLst>
                    <a:ext uri="{9D8B030D-6E8A-4147-A177-3AD203B41FA5}">
                      <a16:colId xmlns:a16="http://schemas.microsoft.com/office/drawing/2014/main" val="1364017391"/>
                    </a:ext>
                  </a:extLst>
                </a:gridCol>
                <a:gridCol w="3844616">
                  <a:extLst>
                    <a:ext uri="{9D8B030D-6E8A-4147-A177-3AD203B41FA5}">
                      <a16:colId xmlns:a16="http://schemas.microsoft.com/office/drawing/2014/main" val="2100279270"/>
                    </a:ext>
                  </a:extLst>
                </a:gridCol>
              </a:tblGrid>
              <a:tr h="42977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8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Parâmetro</a:t>
                      </a:r>
                      <a:endParaRPr lang="pt-BR" sz="18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90028" marR="90028" marT="60018" marB="600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8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O que configura</a:t>
                      </a:r>
                      <a:endParaRPr lang="pt-BR" sz="18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90028" marR="90028" marT="60018" marB="600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8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Exemplo</a:t>
                      </a:r>
                      <a:endParaRPr lang="pt-BR" sz="18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90028" marR="90028" marT="60018" marB="600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323326"/>
                  </a:ext>
                </a:extLst>
              </a:tr>
              <a:tr h="72873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8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name</a:t>
                      </a:r>
                      <a:endParaRPr lang="pt-BR" sz="18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90028" marR="90028" marT="60018" marB="600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Identificação do agente (útil para logs).</a:t>
                      </a:r>
                    </a:p>
                  </a:txBody>
                  <a:tcPr marL="90028" marR="90028" marT="60018" marB="600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name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="</a:t>
                      </a: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DevBot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"</a:t>
                      </a:r>
                    </a:p>
                  </a:txBody>
                  <a:tcPr marL="90028" marR="90028" marT="60018" marB="600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661591"/>
                  </a:ext>
                </a:extLst>
              </a:tr>
              <a:tr h="72873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8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model</a:t>
                      </a:r>
                      <a:endParaRPr lang="pt-BR" sz="18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90028" marR="90028" marT="60018" marB="600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Qual "cérebro" usar (OpenAI, </a:t>
                      </a: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Anthropic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Groq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Ollama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).</a:t>
                      </a:r>
                    </a:p>
                  </a:txBody>
                  <a:tcPr marL="90028" marR="90028" marT="60018" marB="600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8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model=OpenAIChat(id="gpt-4o")</a:t>
                      </a:r>
                    </a:p>
                  </a:txBody>
                  <a:tcPr marL="90028" marR="90028" marT="60018" marB="600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974175"/>
                  </a:ext>
                </a:extLst>
              </a:tr>
              <a:tr h="72873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8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instructions</a:t>
                      </a:r>
                      <a:endParaRPr lang="pt-BR" sz="18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90028" marR="90028" marT="60018" marB="600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O "System Prompt" (regras e personalidade).</a:t>
                      </a:r>
                    </a:p>
                  </a:txBody>
                  <a:tcPr marL="90028" marR="90028" marT="60018" marB="600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8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instructions=["Seja conciso", "Use emojis"]</a:t>
                      </a:r>
                    </a:p>
                  </a:txBody>
                  <a:tcPr marL="90028" marR="90028" marT="60018" marB="600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296611"/>
                  </a:ext>
                </a:extLst>
              </a:tr>
              <a:tr h="72873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8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tools</a:t>
                      </a:r>
                      <a:endParaRPr lang="pt-BR" sz="18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90028" marR="90028" marT="60018" marB="600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8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Capacidades extras (acesso à web, arquivos, SQL).</a:t>
                      </a:r>
                    </a:p>
                  </a:txBody>
                  <a:tcPr marL="90028" marR="90028" marT="60018" marB="600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8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tools=[DuckDuckGo()]</a:t>
                      </a:r>
                    </a:p>
                  </a:txBody>
                  <a:tcPr marL="90028" marR="90028" marT="60018" marB="600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435942"/>
                  </a:ext>
                </a:extLst>
              </a:tr>
              <a:tr h="102769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8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storage</a:t>
                      </a:r>
                      <a:endParaRPr lang="pt-BR" sz="18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90028" marR="90028" marT="60018" marB="600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8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(Opcional) Onde salvar a memória/histórico (Postgres, SQLite).</a:t>
                      </a:r>
                    </a:p>
                  </a:txBody>
                  <a:tcPr marL="90028" marR="90028" marT="60018" marB="600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8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storage=SqlAgentStorage(...)</a:t>
                      </a:r>
                    </a:p>
                  </a:txBody>
                  <a:tcPr marL="90028" marR="90028" marT="60018" marB="600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250152"/>
                  </a:ext>
                </a:extLst>
              </a:tr>
              <a:tr h="42977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8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markdown</a:t>
                      </a:r>
                      <a:endParaRPr lang="pt-BR" sz="18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90028" marR="90028" marT="60018" marB="600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8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Formatação da saída.</a:t>
                      </a:r>
                    </a:p>
                  </a:txBody>
                  <a:tcPr marL="90028" marR="90028" marT="60018" marB="600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markdown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=</a:t>
                      </a:r>
                      <a:r>
                        <a:rPr lang="pt-BR" sz="180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True</a:t>
                      </a:r>
                      <a:endParaRPr lang="pt-BR" sz="18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90028" marR="90028" marT="60018" marB="600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719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9607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568D6-2917-E24D-EBF9-3E7F0DF3A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EAAD8F-5C72-1BAC-0B59-72B07C67B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1. Agente Simples (Single Agent)</a:t>
            </a:r>
          </a:p>
        </p:txBody>
      </p:sp>
      <p:pic>
        <p:nvPicPr>
          <p:cNvPr id="9" name="Imagem 8" descr="Texto">
            <a:extLst>
              <a:ext uri="{FF2B5EF4-FFF2-40B4-BE49-F238E27FC236}">
                <a16:creationId xmlns:a16="http://schemas.microsoft.com/office/drawing/2014/main" id="{88598582-D0C1-09D8-B91B-D6C6D2A4C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116" y="1355643"/>
            <a:ext cx="8308997" cy="539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601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CA4C5CC6-EC8C-4744-327F-376173A7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687"/>
            <a:ext cx="10515600" cy="1509938"/>
          </a:xfrm>
        </p:spPr>
        <p:txBody>
          <a:bodyPr>
            <a:normAutofit fontScale="90000"/>
          </a:bodyPr>
          <a:lstStyle/>
          <a:p>
            <a:r>
              <a:rPr lang="pt-BR" dirty="0"/>
              <a:t>2. Pipeline de Agentes (Sequencial)</a:t>
            </a:r>
            <a:br>
              <a:rPr lang="pt-BR" dirty="0"/>
            </a:br>
            <a:r>
              <a:rPr lang="pt-BR" sz="2400" dirty="0"/>
              <a:t>Útil para processos lineares (</a:t>
            </a:r>
            <a:r>
              <a:rPr lang="pt-BR" sz="2400" dirty="0" err="1"/>
              <a:t>ex</a:t>
            </a:r>
            <a:r>
              <a:rPr lang="pt-BR" sz="2400" dirty="0"/>
              <a:t>: Pesquisar -&gt; Resumir -&gt; Traduzir)</a:t>
            </a:r>
            <a:br>
              <a:rPr lang="pt-BR" sz="2400" dirty="0"/>
            </a:br>
            <a:r>
              <a:rPr lang="pt-BR" sz="2200" dirty="0"/>
              <a:t>No </a:t>
            </a:r>
            <a:r>
              <a:rPr lang="pt-BR" sz="2200" dirty="0" err="1"/>
              <a:t>Agno</a:t>
            </a:r>
            <a:r>
              <a:rPr lang="pt-BR" sz="2200" dirty="0"/>
              <a:t>, isso é feito encadeando as chamadas.</a:t>
            </a:r>
            <a:endParaRPr lang="pt-BR" dirty="0"/>
          </a:p>
        </p:txBody>
      </p:sp>
      <p:pic>
        <p:nvPicPr>
          <p:cNvPr id="13" name="Imagem 12" descr="Texto">
            <a:extLst>
              <a:ext uri="{FF2B5EF4-FFF2-40B4-BE49-F238E27FC236}">
                <a16:creationId xmlns:a16="http://schemas.microsoft.com/office/drawing/2014/main" id="{5C409EE4-D79E-59CD-D4D7-171D892BF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57" y="1825625"/>
            <a:ext cx="7358743" cy="495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164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D8B012-CAF2-5A75-E1D4-1C5646CF6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2" y="582839"/>
            <a:ext cx="5453742" cy="1325563"/>
          </a:xfrm>
        </p:spPr>
        <p:txBody>
          <a:bodyPr>
            <a:normAutofit fontScale="90000"/>
          </a:bodyPr>
          <a:lstStyle/>
          <a:p>
            <a:r>
              <a:rPr lang="pt-BR" dirty="0"/>
              <a:t>3. Agentes em Equipe (Aninhado / Hierárquico)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3CC6D4-DE05-824C-3D85-013DE52BC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2" y="2337253"/>
            <a:ext cx="5544766" cy="4351338"/>
          </a:xfrm>
        </p:spPr>
        <p:txBody>
          <a:bodyPr/>
          <a:lstStyle/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 </a:t>
            </a:r>
            <a:r>
              <a:rPr lang="pt-BR" dirty="0" err="1"/>
              <a:t>Agno</a:t>
            </a:r>
            <a:r>
              <a:rPr lang="pt-BR" dirty="0"/>
              <a:t> possui um conceito nativo de </a:t>
            </a:r>
            <a:r>
              <a:rPr lang="pt-BR" b="1" dirty="0"/>
              <a:t>Team</a:t>
            </a:r>
            <a:r>
              <a:rPr lang="pt-BR" dirty="0"/>
              <a:t> (ou usar um Agente como líder).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 agente líder delega tarefas para </a:t>
            </a:r>
            <a:r>
              <a:rPr lang="pt-BR" b="1" dirty="0" err="1"/>
              <a:t>sub-agentes</a:t>
            </a:r>
            <a:r>
              <a:rPr lang="pt-BR" dirty="0"/>
              <a:t> especializados. </a:t>
            </a:r>
          </a:p>
        </p:txBody>
      </p:sp>
      <p:pic>
        <p:nvPicPr>
          <p:cNvPr id="15" name="Imagem 14" descr="Texto">
            <a:extLst>
              <a:ext uri="{FF2B5EF4-FFF2-40B4-BE49-F238E27FC236}">
                <a16:creationId xmlns:a16="http://schemas.microsoft.com/office/drawing/2014/main" id="{C0471EEA-19FF-F447-A08E-21554F8DD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662" y="0"/>
            <a:ext cx="55447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17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6B3D6F-9436-FCB9-D341-2B56E9709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4. Agentes em Paralelo (Assíncrono)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6D3CCA-7A5F-A15C-5CD8-979ACF355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871" y="1455510"/>
            <a:ext cx="6760029" cy="1325563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Se precisarmos que dois agentes façam tarefas independentes ao mesmo tempo, utilizamos os métodos assíncronos (</a:t>
            </a:r>
            <a:r>
              <a:rPr lang="pt-BR" dirty="0" err="1"/>
              <a:t>arun</a:t>
            </a:r>
            <a:r>
              <a:rPr lang="pt-BR" dirty="0"/>
              <a:t> ou </a:t>
            </a:r>
            <a:r>
              <a:rPr lang="pt-BR" dirty="0" err="1"/>
              <a:t>aprint_response</a:t>
            </a:r>
            <a:r>
              <a:rPr lang="pt-BR" dirty="0"/>
              <a:t>) com </a:t>
            </a:r>
            <a:r>
              <a:rPr lang="pt-BR" dirty="0" err="1"/>
              <a:t>asyncio</a:t>
            </a:r>
            <a:r>
              <a:rPr lang="pt-BR" dirty="0"/>
              <a:t>.</a:t>
            </a:r>
          </a:p>
        </p:txBody>
      </p:sp>
      <p:pic>
        <p:nvPicPr>
          <p:cNvPr id="5" name="Imagem 4" descr="Texto">
            <a:extLst>
              <a:ext uri="{FF2B5EF4-FFF2-40B4-BE49-F238E27FC236}">
                <a16:creationId xmlns:a16="http://schemas.microsoft.com/office/drawing/2014/main" id="{69D3EEF7-9FD9-1E27-F532-76BAE3C83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888" y="2781073"/>
            <a:ext cx="9186224" cy="397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178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BF8D0-CA7F-14D6-520D-1923A42E3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5. Abordagem Nativa (</a:t>
            </a:r>
            <a:r>
              <a:rPr lang="pt-BR" dirty="0" err="1"/>
              <a:t>Text</a:t>
            </a:r>
            <a:r>
              <a:rPr lang="pt-BR" dirty="0"/>
              <a:t>-</a:t>
            </a:r>
            <a:r>
              <a:rPr lang="pt-BR" dirty="0" err="1"/>
              <a:t>to</a:t>
            </a:r>
            <a:r>
              <a:rPr lang="pt-BR" dirty="0"/>
              <a:t>-SQL)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7C0BCE-3948-D6E5-0535-32C637236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"O Agente escreve a query para você."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Daremos ao Agente acesso ao esquema do banco de dados (tabelas e colunas). O usuário faz uma pergunta em linguagem natural, e o Agente "inventa" a query SQL na hora, executa e interpreta o resultado.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b="1" dirty="0"/>
              <a:t>Como funciona no </a:t>
            </a:r>
            <a:r>
              <a:rPr lang="pt-BR" b="1" dirty="0" err="1"/>
              <a:t>Agno</a:t>
            </a:r>
            <a:r>
              <a:rPr lang="pt-BR" b="1" dirty="0"/>
              <a:t>:</a:t>
            </a:r>
            <a:r>
              <a:rPr lang="pt-BR" dirty="0"/>
              <a:t> Você usa o </a:t>
            </a:r>
            <a:r>
              <a:rPr lang="pt-BR" dirty="0" err="1"/>
              <a:t>SQLTools</a:t>
            </a:r>
            <a:r>
              <a:rPr lang="pt-BR" dirty="0"/>
              <a:t>. </a:t>
            </a:r>
          </a:p>
          <a:p>
            <a:pPr marL="0" indent="0">
              <a:buNone/>
            </a:pPr>
            <a:r>
              <a:rPr lang="pt-BR" dirty="0"/>
              <a:t>O </a:t>
            </a:r>
            <a:r>
              <a:rPr lang="pt-BR" dirty="0" err="1"/>
              <a:t>Agno</a:t>
            </a:r>
            <a:r>
              <a:rPr lang="pt-BR" dirty="0"/>
              <a:t> lê os metadados do banco e os passa para o LLM.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400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E2BB30-D866-F138-5C9B-45146F4A5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5. Abordagem Nativa (</a:t>
            </a:r>
            <a:r>
              <a:rPr lang="pt-BR" dirty="0" err="1"/>
              <a:t>Text</a:t>
            </a:r>
            <a:r>
              <a:rPr lang="pt-BR" dirty="0"/>
              <a:t>-</a:t>
            </a:r>
            <a:r>
              <a:rPr lang="pt-BR" dirty="0" err="1"/>
              <a:t>to</a:t>
            </a:r>
            <a:r>
              <a:rPr lang="pt-BR" dirty="0"/>
              <a:t>-SQL)</a:t>
            </a:r>
          </a:p>
        </p:txBody>
      </p:sp>
      <p:pic>
        <p:nvPicPr>
          <p:cNvPr id="5" name="Espaço Reservado para Conteúdo 4" descr="Texto">
            <a:extLst>
              <a:ext uri="{FF2B5EF4-FFF2-40B4-BE49-F238E27FC236}">
                <a16:creationId xmlns:a16="http://schemas.microsoft.com/office/drawing/2014/main" id="{BA2851CB-F6C8-8540-DCCD-6C4803163D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0120" y="2193925"/>
            <a:ext cx="6711759" cy="402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179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845D2-2E78-C108-86D4-76B7DB743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5. Abordagem Nativa (</a:t>
            </a:r>
            <a:r>
              <a:rPr lang="pt-BR" dirty="0" err="1"/>
              <a:t>Text</a:t>
            </a:r>
            <a:r>
              <a:rPr lang="pt-BR" dirty="0"/>
              <a:t>-</a:t>
            </a:r>
            <a:r>
              <a:rPr lang="pt-BR" dirty="0" err="1"/>
              <a:t>to</a:t>
            </a:r>
            <a:r>
              <a:rPr lang="pt-BR" dirty="0"/>
              <a:t>-SQL)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47A752-82AA-2C86-D897-84722DA55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O que acontece nos bastidores:</a:t>
            </a:r>
          </a:p>
          <a:p>
            <a:endParaRPr lang="pt-BR" dirty="0"/>
          </a:p>
          <a:p>
            <a:pPr marL="457200" lvl="1" indent="0">
              <a:buNone/>
            </a:pPr>
            <a:r>
              <a:rPr lang="pt-BR" dirty="0"/>
              <a:t>LLM recebe: </a:t>
            </a:r>
            <a:r>
              <a:rPr lang="pt-BR" i="1" dirty="0"/>
              <a:t>"O usuário quer X. O esquema da tabela 'nodes' é Y.“</a:t>
            </a:r>
          </a:p>
          <a:p>
            <a:pPr marL="457200" lvl="1" indent="0">
              <a:buNone/>
            </a:pPr>
            <a:endParaRPr lang="pt-BR" dirty="0"/>
          </a:p>
          <a:p>
            <a:pPr marL="457200" lvl="1" indent="0">
              <a:buNone/>
            </a:pPr>
            <a:r>
              <a:rPr lang="pt-BR" dirty="0"/>
              <a:t>LLM pensa: </a:t>
            </a:r>
            <a:r>
              <a:rPr lang="pt-BR" i="1" dirty="0"/>
              <a:t>"Vou escrever SELECT </a:t>
            </a:r>
            <a:r>
              <a:rPr lang="pt-BR" i="1" dirty="0" err="1"/>
              <a:t>node_id</a:t>
            </a:r>
            <a:r>
              <a:rPr lang="pt-BR" i="1" dirty="0"/>
              <a:t>, </a:t>
            </a:r>
            <a:r>
              <a:rPr lang="pt-BR" i="1" dirty="0" err="1"/>
              <a:t>memory</a:t>
            </a:r>
            <a:r>
              <a:rPr lang="pt-BR" i="1" dirty="0"/>
              <a:t> FROM nodes ORDER BY </a:t>
            </a:r>
            <a:r>
              <a:rPr lang="pt-BR" i="1" dirty="0" err="1"/>
              <a:t>memory</a:t>
            </a:r>
            <a:r>
              <a:rPr lang="pt-BR" i="1" dirty="0"/>
              <a:t> DESC LIMIT 3"</a:t>
            </a:r>
            <a:r>
              <a:rPr lang="pt-BR" dirty="0"/>
              <a:t>.</a:t>
            </a:r>
          </a:p>
          <a:p>
            <a:pPr marL="457200" lvl="1" indent="0">
              <a:buNone/>
            </a:pPr>
            <a:endParaRPr lang="pt-BR" dirty="0"/>
          </a:p>
          <a:p>
            <a:pPr marL="457200" lvl="1" indent="0">
              <a:buNone/>
            </a:pPr>
            <a:r>
              <a:rPr lang="pt-BR" dirty="0" err="1"/>
              <a:t>Agno</a:t>
            </a:r>
            <a:r>
              <a:rPr lang="pt-BR" dirty="0"/>
              <a:t> executa no Trino e devolve o JSON.</a:t>
            </a:r>
          </a:p>
          <a:p>
            <a:pPr marL="457200" lvl="1" indent="0">
              <a:buNone/>
            </a:pPr>
            <a:endParaRPr lang="pt-BR" dirty="0"/>
          </a:p>
          <a:p>
            <a:pPr marL="457200" lvl="1" indent="0">
              <a:buNone/>
            </a:pPr>
            <a:r>
              <a:rPr lang="pt-BR" dirty="0"/>
              <a:t>LLM lê o JSON e responde: </a:t>
            </a:r>
            <a:r>
              <a:rPr lang="pt-BR" i="1" dirty="0"/>
              <a:t>"Os nós são..."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77849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296DAF-84C3-0EFB-417D-E00871EAD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56" y="1181554"/>
            <a:ext cx="4474030" cy="3923846"/>
          </a:xfrm>
        </p:spPr>
        <p:txBody>
          <a:bodyPr>
            <a:normAutofit/>
          </a:bodyPr>
          <a:lstStyle/>
          <a:p>
            <a:r>
              <a:rPr lang="pt-BR" dirty="0"/>
              <a:t>6. Funções Customizadas (Custom Tools)</a:t>
            </a:r>
          </a:p>
        </p:txBody>
      </p:sp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886AA095-6698-8571-4157-3A0F9681C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856" y="0"/>
            <a:ext cx="63108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617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00DD89-9427-83FE-365B-1C43DAD7E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1628" y="2368097"/>
            <a:ext cx="3548743" cy="1325563"/>
          </a:xfrm>
        </p:spPr>
        <p:txBody>
          <a:bodyPr/>
          <a:lstStyle/>
          <a:p>
            <a:r>
              <a:rPr lang="pt-BR" dirty="0"/>
              <a:t>OBRIGADO!!!</a:t>
            </a:r>
          </a:p>
        </p:txBody>
      </p:sp>
    </p:spTree>
    <p:extLst>
      <p:ext uri="{BB962C8B-B14F-4D97-AF65-F5344CB8AC3E}">
        <p14:creationId xmlns:p14="http://schemas.microsoft.com/office/powerpoint/2010/main" val="1430933652"/>
      </p:ext>
    </p:extLst>
  </p:cSld>
  <p:clrMapOvr>
    <a:masterClrMapping/>
  </p:clrMapOvr>
</p:sld>
</file>

<file path=ppt/theme/theme1.xml><?xml version="1.0" encoding="utf-8"?>
<a:theme xmlns:a="http://schemas.openxmlformats.org/drawingml/2006/main" name="Trilha de Vapor">
  <a:themeElements>
    <a:clrScheme name="Trilha de Vapor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Trilha de Vapor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ilha de Vapor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TM04033937[[fn=Trilha de Vapor]]</Template>
  <TotalTime>321</TotalTime>
  <Words>719</Words>
  <Application>Microsoft Office PowerPoint</Application>
  <PresentationFormat>Widescreen</PresentationFormat>
  <Paragraphs>85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Google Sans Text</vt:lpstr>
      <vt:lpstr>Trilha de Vapor</vt:lpstr>
      <vt:lpstr>AGNO FRAMEWORK</vt:lpstr>
      <vt:lpstr>O que é?</vt:lpstr>
      <vt:lpstr>Agno vs. LangChain/LangGraph</vt:lpstr>
      <vt:lpstr>Agno vs. LangChain/LangGraph</vt:lpstr>
      <vt:lpstr>Configuração Básica</vt:lpstr>
      <vt:lpstr>Escrita e Principais Funções</vt:lpstr>
      <vt:lpstr>Escrita e Principais Funções</vt:lpstr>
      <vt:lpstr>1. Agente Simples (Single Agent)</vt:lpstr>
      <vt:lpstr>2. Pipeline de Agentes (Sequencial) Útil para processos lineares (ex: Pesquisar -&gt; Resumir -&gt; Traduzir) No Agno, isso é feito encadeando as chamadas.</vt:lpstr>
      <vt:lpstr>3. Agentes em Equipe (Aninhado / Hierárquico)</vt:lpstr>
      <vt:lpstr>4. Agentes em Paralelo (Assíncrono)</vt:lpstr>
      <vt:lpstr>5. Abordagem Nativa (Text-to-SQL)</vt:lpstr>
      <vt:lpstr>5. Abordagem Nativa (Text-to-SQL)</vt:lpstr>
      <vt:lpstr>5. Abordagem Nativa (Text-to-SQL)</vt:lpstr>
      <vt:lpstr>6. Funções Customizadas (Custom Tools)</vt:lpstr>
      <vt:lpstr>OBRIGADO!!!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Estevao Silva</dc:creator>
  <cp:lastModifiedBy>Estevao Silva</cp:lastModifiedBy>
  <cp:revision>2</cp:revision>
  <dcterms:created xsi:type="dcterms:W3CDTF">2025-12-15T08:50:09Z</dcterms:created>
  <dcterms:modified xsi:type="dcterms:W3CDTF">2025-12-15T15:04:17Z</dcterms:modified>
</cp:coreProperties>
</file>